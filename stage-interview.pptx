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9" r:id="rId3"/>
    <p:sldId id="270" r:id="rId5"/>
    <p:sldId id="257" r:id="rId6"/>
    <p:sldId id="259" r:id="rId7"/>
    <p:sldId id="260" r:id="rId8"/>
    <p:sldId id="261" r:id="rId9"/>
    <p:sldId id="262" r:id="rId10"/>
    <p:sldId id="263" r:id="rId11"/>
    <p:sldId id="267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4290" y="822325"/>
            <a:ext cx="9354185" cy="887095"/>
          </a:xfrm>
        </p:spPr>
        <p:txBody>
          <a:bodyPr>
            <a:normAutofit/>
          </a:bodyPr>
          <a:p>
            <a:r>
              <a:rPr lang="en-GB" altLang="en-US" sz="2000"/>
              <a:t>INTERNSHIP INTERVIEW EXIT AND PRESENTATION</a:t>
            </a:r>
            <a:endParaRPr lang="en-GB" alt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1035"/>
            <a:ext cx="10515600" cy="424624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GB">
                <a:sym typeface="+mn-ea"/>
              </a:rPr>
              <a:t>Name</a:t>
            </a:r>
            <a:r>
              <a:rPr lang="en-GB" altLang="en-US">
                <a:sym typeface="+mn-ea"/>
              </a:rPr>
              <a:t>:  TWAHUJUMUTIMA Ildebrande</a:t>
            </a:r>
            <a:endParaRPr lang="en-GB" altLang="en-US">
              <a:sym typeface="+mn-ea"/>
            </a:endParaRPr>
          </a:p>
          <a:p>
            <a:pPr marL="0" indent="0">
              <a:buNone/>
            </a:pPr>
            <a:r>
              <a:rPr lang="en-GB" altLang="en-US">
                <a:sym typeface="+mn-ea"/>
              </a:rPr>
              <a:t>School:   CPEC Saint Babeth TSS</a:t>
            </a:r>
            <a:endParaRPr lang="en-US" altLang="en-GB"/>
          </a:p>
          <a:p>
            <a:pPr marL="0" indent="0">
              <a:buNone/>
            </a:pPr>
            <a:r>
              <a:rPr lang="en-GB" altLang="en-US">
                <a:sym typeface="+mn-ea"/>
              </a:rPr>
              <a:t>Class:   Level</a:t>
            </a:r>
            <a:r>
              <a:rPr lang="en-US" altLang="en-GB">
                <a:sym typeface="+mn-ea"/>
              </a:rPr>
              <a:t> 4 Software Development 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GB" altLang="en-US">
                <a:sym typeface="+mn-ea"/>
              </a:rPr>
              <a:t>Company internship name:  Natcom</a:t>
            </a:r>
            <a:endParaRPr lang="en-GB" altLang="en-US"/>
          </a:p>
          <a:p>
            <a:pPr marL="0" indent="0">
              <a:buNone/>
            </a:pPr>
            <a:r>
              <a:rPr lang="en-GB" altLang="en-US">
                <a:sym typeface="+mn-ea"/>
              </a:rPr>
              <a:t>Project name:  Medical Recruitment</a:t>
            </a:r>
            <a:r>
              <a:rPr lang="en-US" altLang="en-GB">
                <a:sym typeface="+mn-ea"/>
              </a:rPr>
              <a:t> System</a:t>
            </a:r>
            <a:endParaRPr lang="en-US" altLang="en-GB"/>
          </a:p>
          <a:p>
            <a:pPr marL="0" indent="0">
              <a:buNone/>
            </a:pPr>
            <a:r>
              <a:rPr lang="en-GB" altLang="en-US">
                <a:sym typeface="+mn-ea"/>
              </a:rPr>
              <a:t>date of internship:  from 06 April 2026 to 06 May 2026</a:t>
            </a:r>
            <a:endParaRPr lang="en-US" altLang="en-GB"/>
          </a:p>
          <a:p>
            <a:pPr marL="0" indent="0">
              <a:buNone/>
            </a:pPr>
            <a:r>
              <a:rPr lang="en-US" altLang="en-GB">
                <a:sym typeface="+mn-ea"/>
              </a:rPr>
              <a:t>Date</a:t>
            </a:r>
            <a:r>
              <a:rPr lang="en-GB" altLang="en-US">
                <a:sym typeface="+mn-ea"/>
              </a:rPr>
              <a:t> of interview:  18th may 2026</a:t>
            </a: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introduction to medlink africa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GB" altLang="en-US">
                <a:sym typeface="+mn-ea"/>
              </a:rPr>
              <a:t>Medical recruitment sytem is system that </a:t>
            </a:r>
            <a:r>
              <a:rPr lang="en-US" altLang="en-GB">
                <a:sym typeface="+mn-ea"/>
              </a:rPr>
              <a:t>Connecting Doctors &amp; Hospitals Across East Africa</a:t>
            </a:r>
            <a:r>
              <a:rPr lang="en-GB" altLang="en-US">
                <a:sym typeface="+mn-ea"/>
              </a:rPr>
              <a:t>.the purpose of this system is to enhance connection between doctors and hospitals</a:t>
            </a:r>
            <a:endParaRPr lang="en-GB" altLang="en-US">
              <a:sym typeface="+mn-ea"/>
            </a:endParaRPr>
          </a:p>
          <a:p>
            <a:pPr marL="0" indent="0">
              <a:buNone/>
            </a:pPr>
            <a:endParaRPr lang="en-GB" altLang="en-US">
              <a:sym typeface="+mn-ea"/>
            </a:endParaRPr>
          </a:p>
          <a:p>
            <a:r>
              <a:rPr lang="en-GB" altLang="en-US">
                <a:sym typeface="+mn-ea"/>
              </a:rPr>
              <a:t>it  solves the problem  faced bettween hospitals and doctors.</a:t>
            </a:r>
            <a:endParaRPr lang="en-US" altLang="en-GB"/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2550" y="365125"/>
            <a:ext cx="10001250" cy="1325880"/>
          </a:xfrm>
        </p:spPr>
        <p:txBody>
          <a:bodyPr/>
          <a:p>
            <a:r>
              <a:rPr lang="en-GB" altLang="en-US"/>
              <a:t>problem faced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Hospitals struggle to find qualified doctors</a:t>
            </a:r>
            <a:endParaRPr lang="en-US" altLang="en-GB"/>
          </a:p>
          <a:p>
            <a:r>
              <a:rPr lang="en-US" altLang="en-GB"/>
              <a:t>Doctors cannot easily discover suitable job opportunities matching their skills and preferences.</a:t>
            </a:r>
            <a:endParaRPr lang="en-US" altLang="en-GB"/>
          </a:p>
          <a:p>
            <a:pPr marL="0" indent="0">
              <a:buNone/>
            </a:pPr>
            <a:r>
              <a:rPr lang="en-US" altLang="en-GB"/>
              <a:t> Notes:</a:t>
            </a:r>
            <a:endParaRPr lang="en-US" altLang="en-GB"/>
          </a:p>
          <a:p>
            <a:r>
              <a:rPr lang="en-US" altLang="en-GB"/>
              <a:t>"After observing the healthcare sector in East Africa, I identified a critical gap: hospitals cannot find doctors, and doctors cannot find jobs. </a:t>
            </a:r>
            <a:r>
              <a:rPr lang="en-GB" altLang="en-US"/>
              <a:t>Medical recruitment system come to</a:t>
            </a:r>
            <a:r>
              <a:rPr lang="en-US" altLang="en-GB"/>
              <a:t> solves this problem directly."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solution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835" y="1416050"/>
            <a:ext cx="10514965" cy="4761230"/>
          </a:xfrm>
        </p:spPr>
        <p:txBody>
          <a:bodyPr>
            <a:normAutofit lnSpcReduction="20000"/>
          </a:bodyPr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/>
              <a:t>  Medical recruitment system is:</a:t>
            </a:r>
            <a:endParaRPr lang="en-US" altLang="en-GB"/>
          </a:p>
          <a:p>
            <a:r>
              <a:rPr lang="en-US" altLang="en-GB"/>
              <a:t>A centralized web application connecting doctors and hospitals</a:t>
            </a:r>
            <a:r>
              <a:rPr lang="en-GB" altLang="en-US"/>
              <a:t> across east africa</a:t>
            </a:r>
            <a:r>
              <a:rPr lang="en-US" altLang="en-GB"/>
              <a:t>.</a:t>
            </a:r>
            <a:endParaRPr lang="en-US" altLang="en-GB"/>
          </a:p>
          <a:p>
            <a:r>
              <a:rPr lang="en-GB" altLang="en-US"/>
              <a:t>it helps hospital to announce avairable  jobs</a:t>
            </a:r>
            <a:endParaRPr lang="en-GB" altLang="en-US"/>
          </a:p>
          <a:p>
            <a:r>
              <a:rPr lang="en-GB" altLang="en-US"/>
              <a:t>it helps doctors to meet with qualified job </a:t>
            </a:r>
            <a:endParaRPr lang="en-GB" altLang="en-US"/>
          </a:p>
          <a:p>
            <a:r>
              <a:rPr lang="en-GB" altLang="en-US"/>
              <a:t>it supports unemployed doctors to get job</a:t>
            </a:r>
            <a:endParaRPr lang="en-GB" altLang="en-US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GB" altLang="en-US"/>
              <a:t>  </a:t>
            </a:r>
            <a:r>
              <a:rPr lang="en-US" altLang="en-GB"/>
              <a:t>Notes:</a:t>
            </a:r>
            <a:endParaRPr lang="en-US" altLang="en-GB"/>
          </a:p>
          <a:p>
            <a:r>
              <a:rPr lang="en-US" altLang="en-GB"/>
              <a:t>"</a:t>
            </a:r>
            <a:r>
              <a:rPr lang="en-GB" altLang="en-US"/>
              <a:t>Medical recruitment system</a:t>
            </a:r>
            <a:r>
              <a:rPr lang="en-US" altLang="en-GB"/>
              <a:t> is a one</a:t>
            </a:r>
            <a:r>
              <a:rPr lang="en-GB" altLang="en-US"/>
              <a:t> </a:t>
            </a:r>
            <a:r>
              <a:rPr lang="en-US" altLang="en-GB"/>
              <a:t>top solution</a:t>
            </a:r>
            <a:r>
              <a:rPr lang="en-GB" altLang="en-US"/>
              <a:t> for</a:t>
            </a:r>
            <a:r>
              <a:rPr lang="en-US" altLang="en-GB"/>
              <a:t> making recruitment faster."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Technology </a:t>
            </a:r>
            <a:r>
              <a:rPr lang="en-GB" altLang="en-US">
                <a:sym typeface="+mn-ea"/>
              </a:rPr>
              <a:t>applied</a:t>
            </a:r>
            <a:r>
              <a:rPr lang="en-US" altLang="en-GB">
                <a:sym typeface="+mn-ea"/>
              </a:rPr>
              <a:t>: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365" y="1416050"/>
            <a:ext cx="11188700" cy="56476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GB" altLang="en-US"/>
              <a:t> </a:t>
            </a:r>
            <a:r>
              <a:rPr lang="en-US" altLang="en-GB"/>
              <a:t>Frontend: HTML, CSS, JavaScript </a:t>
            </a:r>
            <a:endParaRPr lang="en-US" altLang="en-GB"/>
          </a:p>
          <a:p>
            <a:r>
              <a:rPr lang="en-US" altLang="en-GB"/>
              <a:t>Backend: Node.js, Express.js</a:t>
            </a:r>
            <a:endParaRPr lang="en-US" altLang="en-GB"/>
          </a:p>
          <a:p>
            <a:r>
              <a:rPr lang="en-US" altLang="en-GB"/>
              <a:t>Database: MySQL</a:t>
            </a:r>
            <a:endParaRPr lang="en-US" altLang="en-GB"/>
          </a:p>
          <a:p>
            <a:r>
              <a:rPr lang="en-US" altLang="en-GB"/>
              <a:t>Maps: OpenStreetMap </a:t>
            </a:r>
            <a:endParaRPr lang="en-US" altLang="en-GB"/>
          </a:p>
          <a:p>
            <a:r>
              <a:rPr lang="en-US" altLang="en-GB"/>
              <a:t>File Uploads: Multer</a:t>
            </a:r>
            <a:r>
              <a:rPr lang="en-GB" altLang="en-US"/>
              <a:t> library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GB" altLang="en-US"/>
              <a:t>    </a:t>
            </a:r>
            <a:r>
              <a:rPr lang="en-US" altLang="en-GB"/>
              <a:t> Notes:</a:t>
            </a:r>
            <a:endParaRPr lang="en-US" altLang="en-GB"/>
          </a:p>
          <a:p>
            <a:r>
              <a:rPr lang="en-US" altLang="en-GB"/>
              <a:t>"The frontend is </a:t>
            </a:r>
            <a:r>
              <a:rPr lang="en-GB" altLang="en-US"/>
              <a:t>interactive</a:t>
            </a:r>
            <a:r>
              <a:rPr lang="en-US" altLang="en-GB"/>
              <a:t>, the backend is built with Node.js, and all data is stored in MySQL. I used Leaflet for maps because it is free and does not require an API key."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8305"/>
            <a:ext cx="10515600" cy="749300"/>
          </a:xfrm>
        </p:spPr>
        <p:txBody>
          <a:bodyPr>
            <a:normAutofit fontScale="90000"/>
          </a:bodyPr>
          <a:p>
            <a:r>
              <a:rPr lang="en-GB" altLang="en-US"/>
              <a:t>Doctor feature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950" y="1365250"/>
            <a:ext cx="10991850" cy="5259070"/>
          </a:xfrm>
        </p:spPr>
        <p:txBody>
          <a:bodyPr>
            <a:normAutofit fontScale="95000"/>
          </a:bodyPr>
          <a:p>
            <a:endParaRPr lang="en-US" altLang="en-GB"/>
          </a:p>
          <a:p>
            <a:r>
              <a:rPr lang="en-US" altLang="en-GB"/>
              <a:t>Profile managemen</a:t>
            </a:r>
            <a:r>
              <a:rPr lang="en-GB" altLang="en-US"/>
              <a:t>t</a:t>
            </a:r>
            <a:endParaRPr lang="en-US" altLang="en-GB"/>
          </a:p>
          <a:p>
            <a:r>
              <a:rPr lang="en-US" altLang="en-GB"/>
              <a:t>View a</a:t>
            </a:r>
            <a:r>
              <a:rPr lang="en-GB" altLang="en-US"/>
              <a:t>vailable job</a:t>
            </a:r>
            <a:r>
              <a:rPr lang="en-US" altLang="en-GB"/>
              <a:t>s </a:t>
            </a:r>
            <a:endParaRPr lang="en-US" altLang="en-GB"/>
          </a:p>
          <a:p>
            <a:r>
              <a:rPr lang="en-US" altLang="en-GB"/>
              <a:t> </a:t>
            </a:r>
            <a:r>
              <a:rPr lang="en-GB" altLang="en-US"/>
              <a:t>M</a:t>
            </a:r>
            <a:r>
              <a:rPr lang="en-US" altLang="en-GB"/>
              <a:t>ap </a:t>
            </a:r>
            <a:r>
              <a:rPr lang="en-GB" altLang="en-US"/>
              <a:t>view</a:t>
            </a:r>
            <a:r>
              <a:rPr lang="en-US" altLang="en-GB"/>
              <a:t> hospital location before applying.</a:t>
            </a:r>
            <a:endParaRPr lang="en-US" altLang="en-GB"/>
          </a:p>
          <a:p>
            <a:r>
              <a:rPr lang="en-US" altLang="en-GB"/>
              <a:t>Apply to jobs</a:t>
            </a:r>
            <a:r>
              <a:rPr lang="en-GB" altLang="en-US"/>
              <a:t> and view others Doctors applied on it.</a:t>
            </a:r>
            <a:endParaRPr lang="en-US" altLang="en-GB"/>
          </a:p>
          <a:p>
            <a:r>
              <a:rPr lang="en-US" altLang="en-GB"/>
              <a:t>Multi</a:t>
            </a:r>
            <a:r>
              <a:rPr lang="en-GB" altLang="en-US"/>
              <a:t>-</a:t>
            </a:r>
            <a:r>
              <a:rPr lang="en-US" altLang="en-GB"/>
              <a:t>language and theme support.</a:t>
            </a:r>
            <a:endParaRPr lang="en-US" altLang="en-GB"/>
          </a:p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GB" altLang="en-US"/>
              <a:t> Notes:</a:t>
            </a:r>
            <a:endParaRPr lang="en-US" altLang="en-GB"/>
          </a:p>
          <a:p>
            <a:r>
              <a:rPr lang="en-US" altLang="en-GB"/>
              <a:t>"Doctors have full control over their profiles. They can upload documents, view hospital locations on a map, apply to jobs, and even chat with hospitals – all in their preferred language and colour theme."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Hospital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555" y="1416050"/>
            <a:ext cx="10977245" cy="5092700"/>
          </a:xfrm>
        </p:spPr>
        <p:txBody>
          <a:bodyPr>
            <a:normAutofit fontScale="85000"/>
          </a:bodyPr>
          <a:p>
            <a:pPr marL="0" indent="0">
              <a:buNone/>
            </a:pPr>
            <a:endParaRPr lang="en-US" altLang="en-GB"/>
          </a:p>
          <a:p>
            <a:r>
              <a:rPr lang="en-US" altLang="en-GB"/>
              <a:t>Post job </a:t>
            </a:r>
            <a:r>
              <a:rPr lang="en-GB" altLang="en-US"/>
              <a:t>avairable</a:t>
            </a:r>
            <a:r>
              <a:rPr lang="en-US" altLang="en-GB"/>
              <a:t> </a:t>
            </a:r>
            <a:endParaRPr lang="en-US" altLang="en-GB"/>
          </a:p>
          <a:p>
            <a:r>
              <a:rPr lang="en-US" altLang="en-GB"/>
              <a:t>View applicants </a:t>
            </a:r>
            <a:r>
              <a:rPr lang="en-GB" altLang="en-US"/>
              <a:t>with their</a:t>
            </a:r>
            <a:r>
              <a:rPr lang="en-US" altLang="en-GB"/>
              <a:t> complete profiles, CVs,</a:t>
            </a:r>
            <a:r>
              <a:rPr lang="en-GB" altLang="en-US"/>
              <a:t>medica</a:t>
            </a:r>
            <a:r>
              <a:rPr lang="en-US" altLang="en-GB"/>
              <a:t> licenses.</a:t>
            </a:r>
            <a:endParaRPr lang="en-US" altLang="en-GB"/>
          </a:p>
          <a:p>
            <a:r>
              <a:rPr lang="en-US" altLang="en-GB"/>
              <a:t>Manage application</a:t>
            </a:r>
            <a:r>
              <a:rPr lang="en-GB" altLang="en-US"/>
              <a:t>s</a:t>
            </a:r>
            <a:endParaRPr lang="en-US" altLang="en-GB"/>
          </a:p>
          <a:p>
            <a:r>
              <a:rPr lang="en-US" altLang="en-GB"/>
              <a:t>Receive notifications when a doctor applies.</a:t>
            </a:r>
            <a:endParaRPr lang="en-US" altLang="en-GB"/>
          </a:p>
          <a:p>
            <a:r>
              <a:rPr lang="en-US" altLang="en-GB"/>
              <a:t>Multi</a:t>
            </a:r>
            <a:r>
              <a:rPr lang="en-GB" altLang="en-US"/>
              <a:t>-</a:t>
            </a:r>
            <a:r>
              <a:rPr lang="en-US" altLang="en-GB"/>
              <a:t>language and theme support.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 Notes:</a:t>
            </a:r>
            <a:endParaRPr lang="en-US" altLang="en-GB"/>
          </a:p>
          <a:p>
            <a:r>
              <a:rPr lang="en-US" altLang="en-GB"/>
              <a:t>"Hospitals can post jobs and search for doctors using filters. When applications come in, they can shortlist, reject with a reason, or schedule interviews. They can also download the doctor's documents and start a conversation."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Admin features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490" y="1691005"/>
            <a:ext cx="10735310" cy="4931410"/>
          </a:xfrm>
        </p:spPr>
        <p:txBody>
          <a:bodyPr>
            <a:normAutofit/>
          </a:bodyPr>
          <a:p>
            <a:r>
              <a:rPr lang="en-US" altLang="en-GB"/>
              <a:t>User management</a:t>
            </a:r>
            <a:r>
              <a:rPr lang="en-GB" altLang="en-US"/>
              <a:t> for </a:t>
            </a:r>
            <a:r>
              <a:rPr lang="en-US" altLang="en-GB"/>
              <a:t>view all doctors and hospitals</a:t>
            </a:r>
            <a:endParaRPr lang="en-US" altLang="en-GB"/>
          </a:p>
          <a:p>
            <a:r>
              <a:rPr lang="en-US" altLang="en-GB"/>
              <a:t> </a:t>
            </a:r>
            <a:r>
              <a:rPr lang="en-GB" altLang="en-US"/>
              <a:t>S</a:t>
            </a:r>
            <a:r>
              <a:rPr lang="en-US" altLang="en-GB"/>
              <a:t>end </a:t>
            </a:r>
            <a:r>
              <a:rPr lang="en-GB" altLang="en-US"/>
              <a:t>broadcast </a:t>
            </a:r>
            <a:r>
              <a:rPr lang="en-US" altLang="en-GB"/>
              <a:t>messages to all doctors, all hospitals, or all users.</a:t>
            </a:r>
            <a:endParaRPr lang="en-US" altLang="en-GB"/>
          </a:p>
          <a:p>
            <a:r>
              <a:rPr lang="en-US" altLang="en-GB"/>
              <a:t>Map view hospital locations.</a:t>
            </a:r>
            <a:endParaRPr lang="en-US" altLang="en-GB"/>
          </a:p>
          <a:p>
            <a:r>
              <a:rPr lang="en-GB" altLang="en-US"/>
              <a:t>Multi-</a:t>
            </a:r>
            <a:r>
              <a:rPr lang="en-US" altLang="en-GB"/>
              <a:t>language</a:t>
            </a:r>
            <a:r>
              <a:rPr lang="en-GB" altLang="en-US"/>
              <a:t> and</a:t>
            </a:r>
            <a:r>
              <a:rPr lang="en-US" altLang="en-GB"/>
              <a:t> the</a:t>
            </a:r>
            <a:r>
              <a:rPr lang="en-GB" altLang="en-US"/>
              <a:t>me support</a:t>
            </a:r>
            <a:endParaRPr lang="en-GB" altLang="en-US"/>
          </a:p>
          <a:p>
            <a:endParaRPr lang="en-US" altLang="en-GB"/>
          </a:p>
          <a:p>
            <a:r>
              <a:rPr lang="en-US" altLang="en-GB"/>
              <a:t>Notes:</a:t>
            </a:r>
            <a:endParaRPr lang="en-US" altLang="en-GB"/>
          </a:p>
          <a:p>
            <a:r>
              <a:rPr lang="en-US" altLang="en-GB"/>
              <a:t>"The admin has complete oversight. They can manage users, send broadcasts</a:t>
            </a:r>
            <a:r>
              <a:rPr lang="en-GB" altLang="en-US"/>
              <a:t>messages</a:t>
            </a:r>
            <a:r>
              <a:rPr lang="en-US" altLang="en-GB"/>
              <a:t>, and even perform system backups. I also included a support page where the admin can monitor all conversations."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System achievement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105" y="1239520"/>
            <a:ext cx="11148695" cy="5619115"/>
          </a:xfrm>
        </p:spPr>
        <p:txBody>
          <a:bodyPr>
            <a:normAutofit/>
          </a:bodyPr>
          <a:p>
            <a:endParaRPr lang="en-US" altLang="en-GB"/>
          </a:p>
          <a:p>
            <a:r>
              <a:rPr lang="en-US" altLang="en-GB"/>
              <a:t> Fully functional recruitment .</a:t>
            </a:r>
            <a:endParaRPr lang="en-US" altLang="en-GB"/>
          </a:p>
          <a:p>
            <a:r>
              <a:rPr lang="en-US" altLang="en-GB"/>
              <a:t>Multi</a:t>
            </a:r>
            <a:r>
              <a:rPr lang="en-GB" altLang="en-US"/>
              <a:t>-</a:t>
            </a:r>
            <a:r>
              <a:rPr lang="en-US" altLang="en-GB"/>
              <a:t>language  </a:t>
            </a:r>
            <a:r>
              <a:rPr lang="en-GB" altLang="en-US"/>
              <a:t>and</a:t>
            </a:r>
            <a:r>
              <a:rPr lang="en-US" altLang="en-GB"/>
              <a:t> theme support.</a:t>
            </a:r>
            <a:endParaRPr lang="en-US" altLang="en-GB"/>
          </a:p>
          <a:p>
            <a:r>
              <a:rPr lang="en-US" altLang="en-GB"/>
              <a:t>Real</a:t>
            </a:r>
            <a:r>
              <a:rPr lang="en-GB" altLang="en-US"/>
              <a:t>-</a:t>
            </a:r>
            <a:r>
              <a:rPr lang="en-US" altLang="en-GB"/>
              <a:t>time messaging </a:t>
            </a:r>
            <a:r>
              <a:rPr lang="en-GB" altLang="en-US"/>
              <a:t>and</a:t>
            </a:r>
            <a:r>
              <a:rPr lang="en-US" altLang="en-GB"/>
              <a:t> notifications.</a:t>
            </a:r>
            <a:endParaRPr lang="en-US" altLang="en-GB"/>
          </a:p>
          <a:p>
            <a:r>
              <a:rPr lang="en-US" altLang="en-GB"/>
              <a:t> Admin  with full control.</a:t>
            </a:r>
            <a:endParaRPr lang="en-US" altLang="en-GB"/>
          </a:p>
          <a:p>
            <a:r>
              <a:rPr lang="en-US" altLang="en-GB"/>
              <a:t> Interactive map for hospital locations.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conclusion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515" y="1565910"/>
            <a:ext cx="10789285" cy="514477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endParaRPr lang="en-US" altLang="en-GB"/>
          </a:p>
          <a:p>
            <a:pPr marL="0" indent="0">
              <a:buNone/>
            </a:pPr>
            <a:r>
              <a:rPr lang="en-GB" altLang="en-US">
                <a:sym typeface="+mn-ea"/>
              </a:rPr>
              <a:t> </a:t>
            </a:r>
            <a:r>
              <a:rPr lang="en-US" altLang="en-GB">
                <a:sym typeface="+mn-ea"/>
              </a:rPr>
              <a:t>" </a:t>
            </a:r>
            <a:r>
              <a:rPr lang="en-GB" altLang="en-US">
                <a:sym typeface="+mn-ea"/>
              </a:rPr>
              <a:t>Medical recruitment system </a:t>
            </a:r>
            <a:r>
              <a:rPr lang="en-US" altLang="en-GB">
                <a:sym typeface="+mn-ea"/>
              </a:rPr>
              <a:t> solves a rea</a:t>
            </a:r>
            <a:r>
              <a:rPr lang="en-GB" altLang="en-US">
                <a:sym typeface="+mn-ea"/>
              </a:rPr>
              <a:t>l-</a:t>
            </a:r>
            <a:r>
              <a:rPr lang="en-US" altLang="en-GB">
                <a:sym typeface="+mn-ea"/>
              </a:rPr>
              <a:t>world problem </a:t>
            </a:r>
            <a:r>
              <a:rPr lang="en-GB" altLang="en-US">
                <a:sym typeface="+mn-ea"/>
              </a:rPr>
              <a:t>faced between doctors and hospitals, And also </a:t>
            </a:r>
            <a:r>
              <a:rPr lang="en-GB" altLang="en-US">
                <a:sym typeface="+mn-ea"/>
              </a:rPr>
              <a:t> to enhance connection between doctors and hospitals.</a:t>
            </a:r>
            <a:endParaRPr lang="en-US" altLang="en-GB">
              <a:sym typeface="+mn-ea"/>
            </a:endParaRPr>
          </a:p>
          <a:p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>
                <a:sym typeface="+mn-ea"/>
              </a:rPr>
              <a:t>If you need it ,you can access it on github:</a:t>
            </a:r>
            <a:endParaRPr lang="en-GB" altLang="en-US"/>
          </a:p>
          <a:p>
            <a:pPr marL="0" indent="0">
              <a:buNone/>
            </a:pPr>
            <a:r>
              <a:rPr lang="en-US" altLang="en-GB">
                <a:sym typeface="+mn-ea"/>
              </a:rPr>
              <a:t>   </a:t>
            </a:r>
            <a:r>
              <a:rPr lang="en-US" dirty="0">
                <a:sym typeface="+mn-ea"/>
              </a:rPr>
              <a:t>“https:/github.com/ILDEBRANDE/</a:t>
            </a:r>
            <a:r>
              <a:rPr lang="en-GB" altLang="en-US" dirty="0">
                <a:sym typeface="+mn-ea"/>
              </a:rPr>
              <a:t>medlink_africa</a:t>
            </a:r>
            <a:r>
              <a:rPr lang="en-US" dirty="0">
                <a:sym typeface="+mn-ea"/>
              </a:rPr>
              <a:t>.io/.git”</a:t>
            </a:r>
            <a:r>
              <a:rPr lang="en-US" altLang="en-GB">
                <a:sym typeface="+mn-ea"/>
              </a:rPr>
              <a:t> </a:t>
            </a:r>
            <a:r>
              <a:rPr lang="en-GB" altLang="en-US">
                <a:sym typeface="+mn-ea"/>
              </a:rPr>
              <a:t>,</a:t>
            </a:r>
            <a:endParaRPr lang="en-GB" altLang="en-US">
              <a:sym typeface="+mn-ea"/>
            </a:endParaRPr>
          </a:p>
          <a:p>
            <a:pPr marL="0" indent="0">
              <a:buNone/>
            </a:pPr>
            <a:r>
              <a:rPr lang="en-GB" altLang="en-US">
                <a:sym typeface="+mn-ea"/>
              </a:rPr>
              <a:t>or</a:t>
            </a:r>
            <a:endParaRPr lang="en-GB" altLang="en-US">
              <a:sym typeface="+mn-ea"/>
            </a:endParaRPr>
          </a:p>
          <a:p>
            <a:pPr marL="0" indent="0">
              <a:buNone/>
            </a:pPr>
            <a:r>
              <a:rPr lang="en-GB" altLang="en-US">
                <a:sym typeface="+mn-ea"/>
              </a:rPr>
              <a:t> contact me on this email:</a:t>
            </a:r>
            <a:r>
              <a:rPr lang="en-US" altLang="en-GB">
                <a:sym typeface="+mn-ea"/>
              </a:rPr>
              <a:t>                            </a:t>
            </a:r>
            <a:endParaRPr lang="en-US" altLang="en-US"/>
          </a:p>
          <a:p>
            <a:pPr marL="0" indent="0">
              <a:buNone/>
            </a:pPr>
            <a:r>
              <a:rPr lang="en-US" altLang="en-GB">
                <a:sym typeface="+mn-ea"/>
              </a:rPr>
              <a:t>   </a:t>
            </a:r>
            <a:r>
              <a:rPr lang="en-GB" altLang="en-US">
                <a:sym typeface="+mn-ea"/>
              </a:rPr>
              <a:t>“</a:t>
            </a:r>
            <a:r>
              <a:rPr lang="en-US" altLang="en-GB">
                <a:sym typeface="+mn-ea"/>
              </a:rPr>
              <a:t> </a:t>
            </a:r>
            <a:r>
              <a:rPr lang="en-GB" altLang="en-US">
                <a:sym typeface="+mn-ea"/>
              </a:rPr>
              <a:t>ildebrandetwahujumutima</a:t>
            </a:r>
            <a:r>
              <a:rPr lang="en-US" altLang="en-GB">
                <a:sym typeface="+mn-ea"/>
              </a:rPr>
              <a:t>@</a:t>
            </a:r>
            <a:r>
              <a:rPr lang="en-GB" altLang="en-US">
                <a:sym typeface="+mn-ea"/>
              </a:rPr>
              <a:t>g</a:t>
            </a:r>
            <a:r>
              <a:rPr lang="en-US" altLang="en-GB">
                <a:sym typeface="+mn-ea"/>
              </a:rPr>
              <a:t>mail.com </a:t>
            </a:r>
            <a:r>
              <a:rPr lang="en-GB" altLang="en-US">
                <a:sym typeface="+mn-ea"/>
              </a:rPr>
              <a:t>“</a:t>
            </a:r>
            <a:endParaRPr lang="en-US" altLang="en-GB">
              <a:sym typeface="+mn-ea"/>
            </a:endParaRPr>
          </a:p>
          <a:p>
            <a:pPr marL="0" indent="0">
              <a:buNone/>
            </a:pPr>
            <a:r>
              <a:rPr lang="en-GB" altLang="en-US">
                <a:sym typeface="+mn-ea"/>
              </a:rPr>
              <a:t>                                !!!!!!!!!!!!!!</a:t>
            </a:r>
            <a:r>
              <a:rPr lang="en-US" altLang="en-GB">
                <a:sym typeface="+mn-ea"/>
              </a:rPr>
              <a:t>THANK YOU FOR YOUR ATTENTION!</a:t>
            </a:r>
            <a:r>
              <a:rPr lang="en-GB" altLang="en-US">
                <a:sym typeface="+mn-ea"/>
              </a:rPr>
              <a:t>!!!!!</a:t>
            </a:r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3462</Words>
  <Application>WPS Presentation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INTERNSHIP PRESENTATION</vt:lpstr>
      <vt:lpstr>introduction to medlink africa</vt:lpstr>
      <vt:lpstr>problem</vt:lpstr>
      <vt:lpstr>solution</vt:lpstr>
      <vt:lpstr>Technology Stack:</vt:lpstr>
      <vt:lpstr>doctor key feature</vt:lpstr>
      <vt:lpstr>hospital</vt:lpstr>
      <vt:lpstr>admin</vt:lpstr>
      <vt:lpstr>conclusion and feature work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TWAHUJUMUTIMA</cp:lastModifiedBy>
  <cp:revision>4</cp:revision>
  <dcterms:created xsi:type="dcterms:W3CDTF">2026-05-13T19:41:00Z</dcterms:created>
  <dcterms:modified xsi:type="dcterms:W3CDTF">2026-05-16T23:40:22Z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A19C942558A3402D814016C46597A4DD_11</vt:lpwstr>
  </property>
  <property fmtid="{D5CDD505-2E9C-101B-9397-08002B2CF9AE}" pid="3" name="KSOProductBuildVer">
    <vt:lpwstr>2057-12.9.0.21549</vt:lpwstr>
  </property>
</Properties>
</file>